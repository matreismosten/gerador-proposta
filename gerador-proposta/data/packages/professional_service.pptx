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Professional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Proposta de serviços especializados Mosten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Cliente: {PS_CLIENTE}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Código: {PS_CODIGO}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Data: {PS_DATA}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O que é Professional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Uma squad experiente para acelerar descoberta, arquitetura e entrega.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Atuamos lado a lado com o time do cliente, com foco em resultado de negócio.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Modelo flexível: escopo claro, ritmo semanal e evolução contínua.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Como trabalhamos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1. Entender o contexto e os objetivos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2. Validar hipóteses com entregas curtas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3. Construir e integrar com qualidade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4. Transferir conhecimento e sustentar a operação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Escopo desta engajamento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{PS_ESCOPO}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Time alocado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Composição do time para este engajamento: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{PS_PESSOAS}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Papéis e responsabilidades alinhados na kickoff.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Tempo de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Duração prevista: {PS_PRAZO}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O plano é incremental, com checkpoints semanais e ajustes de prioridade.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Entregáveis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Diagnóstico e roadmap priorizado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Arquitetura e decisões técnicas documentadas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Incrementos funcionais em produção ou homologação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Handoff operacional e documentação viva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Modelo de engajamento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Ritmo semanal com cerimônias leves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Transparência de progresso e riscos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Priorização conjunta com o cliente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Flexibilidade para reordenar o backlog sem perder o objetivo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Investimento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Valor do engajamento: {PS_VALOR}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Condições comerciais e forma de pagamento a combinar na proposta formal.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Inter Tight"/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1. Alinhar escopo e composição do time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2. Confirmar janela de início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3. Kickoff e plano das primeiras duas semanas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Inter Tight"/>
              </a:defRPr>
            </a:pPr>
            <a:r>
              <a:t>Sem pressão — começamos quando o momento fizer sentido para o negócio.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